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65" r:id="rId2"/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8" r:id="rId12"/>
    <p:sldId id="267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16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76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51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22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5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10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8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0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1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76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3367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9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9302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54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38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5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-318"/>
            <a:ext cx="1952272" cy="6853571"/>
            <a:chOff x="6627813" y="195220"/>
            <a:chExt cx="1952625" cy="5678531"/>
          </a:xfrm>
          <a:solidFill>
            <a:schemeClr val="accent1"/>
          </a:solidFill>
        </p:grpSpPr>
        <p:sp>
          <p:nvSpPr>
            <p:cNvPr id="50" name="Freeform 27"/>
            <p:cNvSpPr/>
            <p:nvPr/>
          </p:nvSpPr>
          <p:spPr bwMode="auto">
            <a:xfrm>
              <a:off x="6627813" y="19522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048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49EC09-F4D6-CA99-E647-66ACC9547B85}"/>
              </a:ext>
            </a:extLst>
          </p:cNvPr>
          <p:cNvSpPr txBox="1"/>
          <p:nvPr/>
        </p:nvSpPr>
        <p:spPr>
          <a:xfrm>
            <a:off x="292507" y="677325"/>
            <a:ext cx="82443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cs typeface="Times New Roman" panose="02020603050405020304" pitchFamily="18" charset="0"/>
              </a:rPr>
              <a:t>Infosys Springboard</a:t>
            </a:r>
          </a:p>
          <a:p>
            <a:pPr algn="ctr"/>
            <a:r>
              <a:rPr lang="en-US" sz="4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cs typeface="Times New Roman" panose="02020603050405020304" pitchFamily="18" charset="0"/>
              </a:rPr>
              <a:t> Internship 6.0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pic>
        <p:nvPicPr>
          <p:cNvPr id="1026" name="Picture 2" descr="Infosys Springboard Internship Program - Infosys | 251977 // Unstop">
            <a:extLst>
              <a:ext uri="{FF2B5EF4-FFF2-40B4-BE49-F238E27FC236}">
                <a16:creationId xmlns:a16="http://schemas.microsoft.com/office/drawing/2014/main" id="{4714921A-BE97-2AA9-008D-7E1530341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344" y="-32102"/>
            <a:ext cx="1417501" cy="144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7C7EB8-59F8-CF68-FF49-A677657D27D9}"/>
              </a:ext>
            </a:extLst>
          </p:cNvPr>
          <p:cNvSpPr txBox="1"/>
          <p:nvPr/>
        </p:nvSpPr>
        <p:spPr>
          <a:xfrm>
            <a:off x="1525656" y="4658743"/>
            <a:ext cx="60926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4</a:t>
            </a:r>
          </a:p>
          <a:p>
            <a:pPr algn="ctr"/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Mritunjay Bais (TL)			2. Anil Sonawane</a:t>
            </a: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Jayesh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Sathawane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4. Palam Keerthi</a:t>
            </a: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5.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Angirekula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Lakshmi Sravya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D5DE8-1EC4-0678-DDA3-F9DFF3C23C1D}"/>
              </a:ext>
            </a:extLst>
          </p:cNvPr>
          <p:cNvSpPr txBox="1"/>
          <p:nvPr/>
        </p:nvSpPr>
        <p:spPr>
          <a:xfrm>
            <a:off x="1820568" y="3270299"/>
            <a:ext cx="53373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 Fake Job Post Using NLP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DB08C2-0BB7-DE2F-2159-A75B94FDE8FE}"/>
              </a:ext>
            </a:extLst>
          </p:cNvPr>
          <p:cNvSpPr txBox="1"/>
          <p:nvPr/>
        </p:nvSpPr>
        <p:spPr>
          <a:xfrm>
            <a:off x="3270146" y="2312366"/>
            <a:ext cx="2603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Milestone-3</a:t>
            </a:r>
          </a:p>
        </p:txBody>
      </p:sp>
    </p:spTree>
    <p:extLst>
      <p:ext uri="{BB962C8B-B14F-4D97-AF65-F5344CB8AC3E}">
        <p14:creationId xmlns:p14="http://schemas.microsoft.com/office/powerpoint/2010/main" val="45366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454503"/>
            <a:ext cx="6589199" cy="1280890"/>
          </a:xfrm>
        </p:spPr>
        <p:txBody>
          <a:bodyPr>
            <a:normAutofit/>
          </a:bodyPr>
          <a:lstStyle/>
          <a:p>
            <a:r>
              <a:rPr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252" y="2278625"/>
            <a:ext cx="7659328" cy="399435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Strengthen the NLP pipeline from Milestone-1 by integrating Logistic Regression, Decision Tree, and Random Forest models.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Milestone-2 continues the development of the Fake Job Detection System.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3 Convert ML model into working Web Application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Fake/Real job prediction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predictions for monitoring and improvement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8223" y="521109"/>
            <a:ext cx="6343672" cy="709865"/>
          </a:xfrm>
        </p:spPr>
        <p:txBody>
          <a:bodyPr>
            <a:noAutofit/>
          </a:bodyPr>
          <a:lstStyle/>
          <a:p>
            <a:r>
              <a:rPr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419" y="2116837"/>
            <a:ext cx="7891992" cy="4138492"/>
          </a:xfrm>
        </p:spPr>
        <p:txBody>
          <a:bodyPr>
            <a:noAutofit/>
          </a:bodyPr>
          <a:lstStyle/>
          <a:p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Job Detection Using NLP — Web Deployment Phase.</a:t>
            </a:r>
          </a:p>
          <a:p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integrated with live prediction system.</a:t>
            </a:r>
          </a:p>
          <a:p>
            <a:r>
              <a:rPr lang="en-GB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integration of trained machine-learning model into a live web environment.</a:t>
            </a:r>
          </a:p>
          <a:p>
            <a:r>
              <a:rPr lang="en-GB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enabled through a fully functional Flask-based interface.</a:t>
            </a:r>
          </a:p>
          <a:p>
            <a:r>
              <a:rPr lang="en-GB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input job descriptions and instantly classify them as </a:t>
            </a:r>
            <a:r>
              <a:rPr lang="en-GB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or Real.</a:t>
            </a:r>
          </a:p>
          <a:p>
            <a:r>
              <a:rPr lang="en-GB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scoring system reflects prediction reliability in percentage form.</a:t>
            </a:r>
          </a:p>
          <a:p>
            <a:endParaRPr lang="en-GB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6350" y="624110"/>
            <a:ext cx="6941574" cy="1280890"/>
          </a:xfrm>
        </p:spPr>
        <p:txBody>
          <a:bodyPr>
            <a:noAutofit/>
          </a:bodyPr>
          <a:lstStyle/>
          <a:p>
            <a:r>
              <a:rPr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6345260" cy="2311400"/>
          </a:xfrm>
        </p:spPr>
        <p:txBody>
          <a:bodyPr>
            <a:noAutofit/>
          </a:bodyPr>
          <a:lstStyle/>
          <a:p>
            <a:pPr algn="just"/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Backend for API Integration</a:t>
            </a:r>
          </a:p>
          <a:p>
            <a:pPr algn="just"/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Vectorizer for Feature Extraction</a:t>
            </a:r>
          </a:p>
          <a:p>
            <a:pPr algn="just"/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Model (.</a:t>
            </a: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NLTK for NLP Cleaning</a:t>
            </a:r>
          </a:p>
          <a:p>
            <a:pPr algn="just"/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based Job Log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447128"/>
            <a:ext cx="6589199" cy="1280890"/>
          </a:xfrm>
        </p:spPr>
        <p:txBody>
          <a:bodyPr>
            <a:normAutofit/>
          </a:bodyPr>
          <a:lstStyle/>
          <a:p>
            <a:pPr algn="just"/>
            <a:r>
              <a:rPr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6147" y="2158139"/>
            <a:ext cx="4154879" cy="3287660"/>
          </a:xfrm>
        </p:spPr>
        <p:txBody>
          <a:bodyPr>
            <a:normAutofit/>
          </a:bodyPr>
          <a:lstStyle/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job text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cleaned using NLP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converts text to vectors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predicts Fake/Real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displayed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logged in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EB6BC-8EDA-2905-B632-83B9A25665AA}"/>
              </a:ext>
            </a:extLst>
          </p:cNvPr>
          <p:cNvSpPr txBox="1"/>
          <p:nvPr/>
        </p:nvSpPr>
        <p:spPr>
          <a:xfrm>
            <a:off x="417121" y="2128643"/>
            <a:ext cx="4154879" cy="28931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USER INPUT (Web Form)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↓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Text Cleaning (Regex + NLP)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↓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TF-IDF Convert Text → Feature Vectors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↓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Logistic Regression Model Predicts Output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↓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Result Displayed + Confidence Percentage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↓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Stored into DB for Admin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073" y="437535"/>
            <a:ext cx="7198799" cy="1280890"/>
          </a:xfrm>
        </p:spPr>
        <p:txBody>
          <a:bodyPr>
            <a:noAutofit/>
          </a:bodyPr>
          <a:lstStyle/>
          <a:p>
            <a:r>
              <a:rPr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225" y="2020530"/>
            <a:ext cx="8272135" cy="4399935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is developed using Python Flask. When a user submits job text: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API route /predict receives input in JSON format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undergoes cleaning such as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removal, punctuation removal and lemmatization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 vectorizer 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text into features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fake_job_model.pkl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authenticity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returned along with probability as confidence score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every prediction passes through preprocessing → vectorization →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581" y="575603"/>
            <a:ext cx="7872114" cy="709865"/>
          </a:xfrm>
        </p:spPr>
        <p:txBody>
          <a:bodyPr>
            <a:noAutofit/>
          </a:bodyPr>
          <a:lstStyle/>
          <a:p>
            <a:r>
              <a:rPr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1090" y="2211993"/>
            <a:ext cx="7872115" cy="4001994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has a separate dashboard for monitoring system activity.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Features Developed: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historical predictions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confidence scores and detect patterns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 suspicious predictions for inspection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or dismiss flagged entries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Retrain model when performance drops using live train_model.py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data to CSV for reporting or research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977" y="455548"/>
            <a:ext cx="6343672" cy="709865"/>
          </a:xfrm>
        </p:spPr>
        <p:txBody>
          <a:bodyPr>
            <a:noAutofit/>
          </a:bodyPr>
          <a:lstStyle/>
          <a:p>
            <a:r>
              <a:rPr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Retraining Feature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FA437D-5262-80F9-47F9-E46622CA7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707" y="2110008"/>
            <a:ext cx="8186211" cy="3120752"/>
          </a:xfrm>
        </p:spPr>
        <p:txBody>
          <a:bodyPr>
            <a:noAutofit/>
          </a:bodyPr>
          <a:lstStyle/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allows retraining of the ML model through Admin Panel.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Executes train_model.py automatically without manual handling.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model file &amp; vectorizer reload instantly without restarting server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the system to learn from new patterns, recent job scams &amp; ongoing inputs.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Makes model more adaptive, stable, and scalable over time.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higher accuracy with continuous dataset updates.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production workflow and long-term deployment 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381" y="637774"/>
            <a:ext cx="6343672" cy="709865"/>
          </a:xfrm>
        </p:spPr>
        <p:txBody>
          <a:bodyPr>
            <a:noAutofit/>
          </a:bodyPr>
          <a:lstStyle/>
          <a:p>
            <a:r>
              <a:rPr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343" y="2193912"/>
            <a:ext cx="7623314" cy="353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Successfully De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vloped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integration implemented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Shows reliability of prediction with probability %</a:t>
            </a:r>
          </a:p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Flagging system &amp; admin controls integrated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Suspicious jobs can be reported for review &amp; verification</a:t>
            </a:r>
          </a:p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Retraining pipeline successfully connected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Admin can update &amp; enhance model anytime from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CF0BEA-7C57-BA0C-8CEC-44B50DC60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84" t="20456" r="38195" b="5119"/>
          <a:stretch>
            <a:fillRect/>
          </a:stretch>
        </p:blipFill>
        <p:spPr>
          <a:xfrm>
            <a:off x="2925096" y="1636963"/>
            <a:ext cx="3293807" cy="5087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80EF51-665E-3175-E1EE-9DF9EADC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006" y="467661"/>
            <a:ext cx="6343672" cy="709865"/>
          </a:xfrm>
        </p:spPr>
        <p:txBody>
          <a:bodyPr>
            <a:noAutofit/>
          </a:bodyPr>
          <a:lstStyle/>
          <a:p>
            <a:r>
              <a:rPr lang="en-IN"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Login</a:t>
            </a:r>
          </a:p>
        </p:txBody>
      </p:sp>
    </p:spTree>
    <p:extLst>
      <p:ext uri="{BB962C8B-B14F-4D97-AF65-F5344CB8AC3E}">
        <p14:creationId xmlns:p14="http://schemas.microsoft.com/office/powerpoint/2010/main" val="1253967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7262E-3D4B-D3A3-C463-5CAD0683C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556" y="447367"/>
            <a:ext cx="6589199" cy="1089161"/>
          </a:xfrm>
        </p:spPr>
        <p:txBody>
          <a:bodyPr>
            <a:normAutofit/>
          </a:bodyPr>
          <a:lstStyle/>
          <a:p>
            <a:r>
              <a:rPr lang="en-IN"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endParaRPr lang="en-IN" sz="5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86D602D-EAC7-93BB-16AA-C1158F8DC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925" y="1742897"/>
            <a:ext cx="8366482" cy="467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41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32AE-2D37-ACEE-4852-979A0D7E8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199" y="280627"/>
            <a:ext cx="6205775" cy="709865"/>
          </a:xfrm>
        </p:spPr>
        <p:txBody>
          <a:bodyPr>
            <a:noAutofit/>
          </a:bodyPr>
          <a:lstStyle/>
          <a:p>
            <a:pPr algn="ctr"/>
            <a:r>
              <a:rPr lang="en-IN"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Enter The Job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F690C-E48F-8A09-0CBB-35907662B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05" y="2218404"/>
            <a:ext cx="3912109" cy="4229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3D914-8D1E-3759-D816-5E2644768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096" y="2218404"/>
            <a:ext cx="3941799" cy="422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668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6553" y="502901"/>
            <a:ext cx="6343672" cy="709865"/>
          </a:xfrm>
        </p:spPr>
        <p:txBody>
          <a:bodyPr>
            <a:noAutofit/>
          </a:bodyPr>
          <a:lstStyle/>
          <a:p>
            <a:r>
              <a:rPr lang="en-IN"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0308" y="2166017"/>
            <a:ext cx="6957714" cy="3530600"/>
          </a:xfrm>
        </p:spPr>
        <p:txBody>
          <a:bodyPr>
            <a:normAutofit/>
          </a:bodyPr>
          <a:lstStyle/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Milestone-3 converts ML pipeline into usable Application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the Admin Authentication.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the Admin Dashboard to show Analytical and Statical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137</TotalTime>
  <Words>588</Words>
  <Application>Microsoft Office PowerPoint</Application>
  <PresentationFormat>On-screen Show (4:3)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</vt:lpstr>
      <vt:lpstr>Century Gothic</vt:lpstr>
      <vt:lpstr>Times New Roman</vt:lpstr>
      <vt:lpstr>Wingdings 3</vt:lpstr>
      <vt:lpstr>Wisp</vt:lpstr>
      <vt:lpstr>PowerPoint Presentation</vt:lpstr>
      <vt:lpstr>Goal &amp; Context</vt:lpstr>
      <vt:lpstr>Web App Integration</vt:lpstr>
      <vt:lpstr>Core Technologies Used</vt:lpstr>
      <vt:lpstr>System Workflow</vt:lpstr>
      <vt:lpstr>Backend Implementation</vt:lpstr>
      <vt:lpstr>Admin Dashboard Features</vt:lpstr>
      <vt:lpstr>Retraining Feature</vt:lpstr>
      <vt:lpstr>Outputs &amp; Results</vt:lpstr>
      <vt:lpstr>Admin Login</vt:lpstr>
      <vt:lpstr>Admin Dashboard</vt:lpstr>
      <vt:lpstr>User Enter The Job Description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Jayesh .</cp:lastModifiedBy>
  <cp:revision>14</cp:revision>
  <dcterms:created xsi:type="dcterms:W3CDTF">2013-01-27T09:14:16Z</dcterms:created>
  <dcterms:modified xsi:type="dcterms:W3CDTF">2025-11-28T12:40:41Z</dcterms:modified>
  <cp:category/>
</cp:coreProperties>
</file>