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65" r:id="rId2"/>
    <p:sldId id="257" r:id="rId3"/>
    <p:sldId id="258" r:id="rId4"/>
    <p:sldId id="259" r:id="rId5"/>
    <p:sldId id="256" r:id="rId6"/>
    <p:sldId id="260" r:id="rId7"/>
    <p:sldId id="261" r:id="rId8"/>
    <p:sldId id="262" r:id="rId9"/>
    <p:sldId id="270" r:id="rId10"/>
    <p:sldId id="263" r:id="rId11"/>
    <p:sldId id="266" r:id="rId12"/>
    <p:sldId id="268" r:id="rId13"/>
    <p:sldId id="267" r:id="rId14"/>
    <p:sldId id="264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8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6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1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4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8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5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4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5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7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38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678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92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9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38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4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0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23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49EC09-F4D6-CA99-E647-66ACC9547B85}"/>
              </a:ext>
            </a:extLst>
          </p:cNvPr>
          <p:cNvSpPr txBox="1"/>
          <p:nvPr/>
        </p:nvSpPr>
        <p:spPr>
          <a:xfrm>
            <a:off x="292507" y="941776"/>
            <a:ext cx="82443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Infosys Springboard</a:t>
            </a:r>
          </a:p>
          <a:p>
            <a:pPr algn="ctr"/>
            <a:r>
              <a:rPr 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 Internship 6.0</a:t>
            </a:r>
            <a:endParaRPr lang="en-I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1026" name="Picture 2" descr="Infosys Springboard Internship Program - Infosys | 251977 // Unstop">
            <a:extLst>
              <a:ext uri="{FF2B5EF4-FFF2-40B4-BE49-F238E27FC236}">
                <a16:creationId xmlns:a16="http://schemas.microsoft.com/office/drawing/2014/main" id="{4714921A-BE97-2AA9-008D-7E1530341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344" y="-32102"/>
            <a:ext cx="1417501" cy="144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7C7EB8-59F8-CF68-FF49-A677657D27D9}"/>
              </a:ext>
            </a:extLst>
          </p:cNvPr>
          <p:cNvSpPr txBox="1"/>
          <p:nvPr/>
        </p:nvSpPr>
        <p:spPr>
          <a:xfrm>
            <a:off x="1525656" y="4658743"/>
            <a:ext cx="6092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pPr algn="ctr"/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Mritunjay Bais (TL)			2. Anil Sonawane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Jayesh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Sathawane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4. Palam Keerthi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5.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Angirekula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Lakshmi Sravya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D5DE8-1EC4-0678-DDA3-F9DFF3C23C1D}"/>
              </a:ext>
            </a:extLst>
          </p:cNvPr>
          <p:cNvSpPr txBox="1"/>
          <p:nvPr/>
        </p:nvSpPr>
        <p:spPr>
          <a:xfrm>
            <a:off x="1820568" y="3404972"/>
            <a:ext cx="5337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Fake Job Post Using NLP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B08C2-0BB7-DE2F-2159-A75B94FDE8FE}"/>
              </a:ext>
            </a:extLst>
          </p:cNvPr>
          <p:cNvSpPr txBox="1"/>
          <p:nvPr/>
        </p:nvSpPr>
        <p:spPr>
          <a:xfrm>
            <a:off x="3270146" y="2555393"/>
            <a:ext cx="2904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- 4</a:t>
            </a:r>
          </a:p>
        </p:txBody>
      </p:sp>
    </p:spTree>
    <p:extLst>
      <p:ext uri="{BB962C8B-B14F-4D97-AF65-F5344CB8AC3E}">
        <p14:creationId xmlns:p14="http://schemas.microsoft.com/office/powerpoint/2010/main" val="45366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454503"/>
            <a:ext cx="6589199" cy="1280890"/>
          </a:xfrm>
        </p:spPr>
        <p:txBody>
          <a:bodyPr>
            <a:norm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252" y="2278625"/>
            <a:ext cx="7659328" cy="399435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Strengthen the NLP pipeline from Milestone-1 by integrating Logistic Regression, Decision Tree, and Random Forest models.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Milestone-2 continues the development of the Fake Job Detection System.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 Convert ML model into working Web Application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Fake/Real job prediction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predictions for monitoring and improvement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2426" y="429736"/>
            <a:ext cx="6941574" cy="1280890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73300"/>
            <a:ext cx="6345260" cy="2311400"/>
          </a:xfrm>
        </p:spPr>
        <p:txBody>
          <a:bodyPr>
            <a:noAutofit/>
          </a:bodyPr>
          <a:lstStyle/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for API Integration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 for Feature Extraction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 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 for NLP Cleaning</a:t>
            </a:r>
          </a:p>
          <a:p>
            <a:pPr algn="just"/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based Job Log System</a:t>
            </a:r>
          </a:p>
        </p:txBody>
      </p:sp>
      <p:pic>
        <p:nvPicPr>
          <p:cNvPr id="1026" name="Picture 2" descr="How to Create an API Using The Flask Framework | Nordic APIs |">
            <a:extLst>
              <a:ext uri="{FF2B5EF4-FFF2-40B4-BE49-F238E27FC236}">
                <a16:creationId xmlns:a16="http://schemas.microsoft.com/office/drawing/2014/main" id="{A31E7390-EDB7-5D4D-265C-E86D40E5E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6" r="21349"/>
          <a:stretch>
            <a:fillRect/>
          </a:stretch>
        </p:blipFill>
        <p:spPr bwMode="auto">
          <a:xfrm>
            <a:off x="7030064" y="3321050"/>
            <a:ext cx="1032388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DBA0924-617C-4529-8BAB-0C042962B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40" y="5091079"/>
            <a:ext cx="1337185" cy="1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9D736-19C7-BF98-F41E-FE14B148A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954" y="5048488"/>
            <a:ext cx="1527259" cy="1527259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A24C34E-9C26-CF9D-CD14-C058C85BE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555" y="5316737"/>
            <a:ext cx="1111527" cy="111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75E14AE5-1806-E7EC-534F-DEBC0D10D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258" y="2064307"/>
            <a:ext cx="1907458" cy="90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0543" y="112918"/>
            <a:ext cx="6589199" cy="1280890"/>
          </a:xfrm>
        </p:spPr>
        <p:txBody>
          <a:bodyPr>
            <a:normAutofit/>
          </a:bodyPr>
          <a:lstStyle/>
          <a:p>
            <a:pPr algn="just"/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121" y="2176532"/>
            <a:ext cx="4154879" cy="3287660"/>
          </a:xfrm>
        </p:spPr>
        <p:txBody>
          <a:bodyPr>
            <a:normAutofit/>
          </a:bodyPr>
          <a:lstStyle/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job text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cleaned using NLP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converts text to vectors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Fake/Real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displayed</a:t>
            </a:r>
          </a:p>
          <a:p>
            <a:pPr algn="just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logged 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5A62C-10C5-0E1C-3D23-84D394040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08" y="1543597"/>
            <a:ext cx="4354240" cy="4724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7176" y="572212"/>
            <a:ext cx="7136824" cy="709865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419" y="2116837"/>
            <a:ext cx="7891992" cy="4138492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Job Detection Using NLP — Web Deployment Phase.</a:t>
            </a:r>
          </a:p>
          <a:p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integrated with live prediction system.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integration of trained machine-learning model into a live web environment.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enabled through a fully functional Flask-based interface.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job descriptions and instantly classify them as </a:t>
            </a:r>
            <a:r>
              <a:rPr lang="en-GB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or Real.</a:t>
            </a:r>
          </a:p>
          <a:p>
            <a:r>
              <a:rPr lang="en-GB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 system reflects prediction reliability in percentage form.</a:t>
            </a:r>
          </a:p>
          <a:p>
            <a:endParaRPr lang="en-GB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623" y="339212"/>
            <a:ext cx="8911337" cy="1280890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25" y="2020530"/>
            <a:ext cx="8272135" cy="439993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developed using Python Flask. When a user submits job text: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route /predict receives input in JSON format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undergoes cleaning such as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punctuation removal and lemmatization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vectorizer 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text into features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fake_job_model.pkl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authenticity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returned along with probability as confidence score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every prediction passes through preprocessing → vectorization →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91148" y="575603"/>
            <a:ext cx="10857843" cy="709865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</a:t>
            </a:r>
            <a:br>
              <a:rPr lang="en-GB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090" y="2211993"/>
            <a:ext cx="7872115" cy="400199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has a separate dashboard for monitoring system activity.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 Developed: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historical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confidence scores and detect patterns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suspicious predictions for inspection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or dismiss flagged entries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model when performance drops using live train_model.py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data to CSV for reporting or research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351" y="544039"/>
            <a:ext cx="8002649" cy="709865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 Feature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FA437D-5262-80F9-47F9-E46622CA7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707" y="2110008"/>
            <a:ext cx="8186211" cy="3120752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allows retraining of the ML model through Admin Panel.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 train_model.py automatically without manual handling.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model file &amp; vectorizer reload instantly without restarting server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the system to learn from new patterns, recent job scams &amp; ongoing inputs.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model more adaptive, stable, and scalable over time.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higher accuracy with continuous dataset updates.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production workflow and long-term deployment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176E9B-E26C-5C5F-26E8-64306F3F0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84" y="816077"/>
            <a:ext cx="9061416" cy="598091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5DEBB2-A6DE-264C-40C2-67E20BD5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060" y="9704"/>
            <a:ext cx="6377940" cy="806373"/>
          </a:xfrm>
        </p:spPr>
        <p:txBody>
          <a:bodyPr/>
          <a:lstStyle/>
          <a:p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29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686" y="637774"/>
            <a:ext cx="7623314" cy="709865"/>
          </a:xfrm>
        </p:spPr>
        <p:txBody>
          <a:bodyPr>
            <a:noAutofit/>
          </a:bodyPr>
          <a:lstStyle/>
          <a:p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GB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GB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343" y="2193912"/>
            <a:ext cx="7623314" cy="353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De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veloped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 integration implemented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Shows reliability of prediction with probability %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Flagging system &amp; admin controls integrated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Suspicious jobs can be reported for review &amp; verification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 pipeline successfully connected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Admin can update &amp; enhance model anytime from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F0BEA-7C57-BA0C-8CEC-44B50DC60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84" t="20456" r="38195" b="5119"/>
          <a:stretch>
            <a:fillRect/>
          </a:stretch>
        </p:blipFill>
        <p:spPr>
          <a:xfrm>
            <a:off x="2925096" y="1636963"/>
            <a:ext cx="3293807" cy="508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80EF51-665E-3175-E1EE-9DF9EADC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599" y="467661"/>
            <a:ext cx="6343672" cy="709865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</p:txBody>
      </p:sp>
    </p:spTree>
    <p:extLst>
      <p:ext uri="{BB962C8B-B14F-4D97-AF65-F5344CB8AC3E}">
        <p14:creationId xmlns:p14="http://schemas.microsoft.com/office/powerpoint/2010/main" val="125396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262E-3D4B-D3A3-C463-5CAD0683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801" y="349044"/>
            <a:ext cx="6589199" cy="1089161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sz="4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6D602D-EAC7-93BB-16AA-C1158F8DC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925" y="1742897"/>
            <a:ext cx="8366482" cy="45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4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32AE-2D37-ACEE-4852-979A0D7E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9" y="516602"/>
            <a:ext cx="7659329" cy="709865"/>
          </a:xfrm>
        </p:spPr>
        <p:txBody>
          <a:bodyPr>
            <a:noAutofit/>
          </a:bodyPr>
          <a:lstStyle/>
          <a:p>
            <a:pPr algn="ctr"/>
            <a:r>
              <a:rPr lang="en-GB" sz="4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Predection</a:t>
            </a:r>
            <a:r>
              <a:rPr lang="en-GB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  <a:endParaRPr lang="en-IN" sz="44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F690C-E48F-8A09-0CBB-35907662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05" y="2218404"/>
            <a:ext cx="3912109" cy="4229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3D914-8D1E-3759-D816-5E264476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96" y="2218404"/>
            <a:ext cx="3941799" cy="42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6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53" y="502901"/>
            <a:ext cx="6343672" cy="709865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308" y="2166017"/>
            <a:ext cx="6957714" cy="4189082"/>
          </a:xfrm>
        </p:spPr>
        <p:txBody>
          <a:bodyPr>
            <a:normAutofit/>
          </a:bodyPr>
          <a:lstStyle/>
          <a:p>
            <a:pPr algn="just"/>
            <a:r>
              <a:rPr lang="en-GB" sz="2000" b="1" u="sng" dirty="0"/>
              <a:t>Milestone 4 Evaluation (Week 8): </a:t>
            </a:r>
          </a:p>
          <a:p>
            <a:pPr algn="just"/>
            <a:endParaRPr lang="en-GB" sz="2000" b="1" u="sng" dirty="0"/>
          </a:p>
          <a:p>
            <a:pPr marL="0" indent="0" algn="just">
              <a:buNone/>
            </a:pPr>
            <a:r>
              <a:rPr lang="en-GB" sz="2000" dirty="0"/>
              <a:t>•Admin can successfully view usage and flagged content. </a:t>
            </a:r>
          </a:p>
          <a:p>
            <a:pPr marL="0" indent="0" algn="just">
              <a:buNone/>
            </a:pPr>
            <a:r>
              <a:rPr lang="en-GB" sz="2000" dirty="0"/>
              <a:t>•Data export and retraining workflows work as expected. </a:t>
            </a:r>
          </a:p>
          <a:p>
            <a:pPr marL="0" indent="0" algn="just">
              <a:buNone/>
            </a:pPr>
            <a:r>
              <a:rPr lang="en-GB" sz="2000" dirty="0"/>
              <a:t>• System is secure with role-based access.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901C-4727-F9E1-13B2-6851BCF6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27" y="2782486"/>
            <a:ext cx="7778545" cy="1293028"/>
          </a:xfrm>
        </p:spPr>
        <p:txBody>
          <a:bodyPr>
            <a:noAutofit/>
          </a:bodyPr>
          <a:lstStyle/>
          <a:p>
            <a:pPr algn="ctr"/>
            <a:r>
              <a:rPr lang="en-GB" sz="8000" dirty="0"/>
              <a:t>Thank You </a:t>
            </a:r>
            <a:r>
              <a:rPr lang="en-GB" sz="8000" dirty="0">
                <a:sym typeface="Wingdings" panose="05000000000000000000" pitchFamily="2" charset="2"/>
              </a:rPr>
              <a:t>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11071573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240</TotalTime>
  <Words>549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Century Gothic</vt:lpstr>
      <vt:lpstr>Times New Roman</vt:lpstr>
      <vt:lpstr>Wingdings</vt:lpstr>
      <vt:lpstr>Vapor Trail</vt:lpstr>
      <vt:lpstr>PowerPoint Presentation</vt:lpstr>
      <vt:lpstr>Goal &amp; Context</vt:lpstr>
      <vt:lpstr>Core Technologies Used</vt:lpstr>
      <vt:lpstr>System Workflow</vt:lpstr>
      <vt:lpstr>Web App Integration</vt:lpstr>
      <vt:lpstr>Backend Implementation</vt:lpstr>
      <vt:lpstr>Admin Dashboard  Features</vt:lpstr>
      <vt:lpstr>Retraining Feature</vt:lpstr>
      <vt:lpstr>Project Workflow</vt:lpstr>
      <vt:lpstr>Outputs &amp; Results</vt:lpstr>
      <vt:lpstr>Admin Login</vt:lpstr>
      <vt:lpstr>Admin Dashboard</vt:lpstr>
      <vt:lpstr>Predection Page</vt:lpstr>
      <vt:lpstr>Conclusion</vt:lpstr>
      <vt:lpstr>Thank You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Sonawane</cp:lastModifiedBy>
  <cp:revision>14</cp:revision>
  <dcterms:created xsi:type="dcterms:W3CDTF">2013-01-27T09:14:16Z</dcterms:created>
  <dcterms:modified xsi:type="dcterms:W3CDTF">2025-12-10T17:16:17Z</dcterms:modified>
  <cp:category/>
</cp:coreProperties>
</file>