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7" d="100"/>
          <a:sy n="77" d="100"/>
        </p:scale>
        <p:origin x="1546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1058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44823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81536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114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632541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25809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32711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971765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49146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801051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68926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816227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3810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928848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92632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030352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119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1993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69091" y="1527608"/>
            <a:ext cx="5216974" cy="538368"/>
          </a:xfrm>
        </p:spPr>
        <p:txBody>
          <a:bodyPr>
            <a:normAutofit fontScale="90000"/>
          </a:bodyPr>
          <a:lstStyle/>
          <a:p>
            <a:r>
              <a:rPr lang="en-US" sz="3500" b="1" dirty="0">
                <a:solidFill>
                  <a:srgbClr val="00B0F0"/>
                </a:solidFill>
                <a:latin typeface="Arial Nova Cond Light" panose="020B0306020202020204" pitchFamily="34" charset="0"/>
                <a:cs typeface="Times New Roman" panose="02020603050405020304" pitchFamily="18" charset="0"/>
              </a:rPr>
              <a:t>Infosys Springboard Internship 6.0</a:t>
            </a:r>
            <a:endParaRPr sz="3500" b="1" dirty="0">
              <a:solidFill>
                <a:srgbClr val="00B0F0"/>
              </a:solidFill>
              <a:latin typeface="Arial Nova Cond Light" panose="020B0306020202020204" pitchFamily="34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433430"/>
            <a:ext cx="6400800" cy="1085022"/>
          </a:xfrm>
        </p:spPr>
        <p:txBody>
          <a:bodyPr>
            <a:noAutofit/>
          </a:bodyPr>
          <a:lstStyle/>
          <a:p>
            <a:pPr algn="ctr"/>
            <a:r>
              <a:rPr sz="30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 Title</a:t>
            </a:r>
            <a:r>
              <a:rPr sz="30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Detecting Fake Job Post Using NLP</a:t>
            </a:r>
          </a:p>
          <a:p>
            <a:endParaRPr sz="2500" dirty="0"/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Team 4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Mritunjay Bais (TL)	2. Anil Sonawane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Jayesh </a:t>
            </a:r>
            <a:r>
              <a:rPr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Sathawane</a:t>
            </a:r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	4. Palam Keerthi</a:t>
            </a:r>
          </a:p>
          <a:p>
            <a:r>
              <a:rPr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Angirekula Lakshmi Sravya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6F3AC1D-D976-4DDD-7A0B-F9FBAE2521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989" b="27203"/>
          <a:stretch>
            <a:fillRect/>
          </a:stretch>
        </p:blipFill>
        <p:spPr>
          <a:xfrm>
            <a:off x="92352" y="161701"/>
            <a:ext cx="1776739" cy="849418"/>
          </a:xfrm>
          <a:prstGeom prst="rect">
            <a:avLst/>
          </a:prstGeom>
          <a:ln>
            <a:noFill/>
          </a:ln>
          <a:effectLst>
            <a:glow rad="63500">
              <a:schemeClr val="accent2">
                <a:satMod val="175000"/>
                <a:alpha val="40000"/>
              </a:schemeClr>
            </a:glo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Goal and Context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Milestone-2 continues the development of the Fake Job Detection System.</a:t>
            </a: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focuses on building and evaluating machine learning models to accurately classify job postings as fake or legitimate.</a:t>
            </a:r>
          </a:p>
          <a:p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Strengthen the NLP pipeline from Milestone-1 by integrating Logistic Regression, Decision Tree, and Random Forest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Technology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27700" y="2052926"/>
            <a:ext cx="6711654" cy="339414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Machine Learning Models: Logistic Regression, Decision Tree, Random Forest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Model Evaluation Techniques: Cross Validation, ROC-AUC Curve,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These tools together enable end-to-end development — from model training to real-time deployment.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Used TF-IDF for feature extraction.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Trained Logistic Regression model on preprocessed data.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Evaluated performance using Accuracy, Precision, Recall, F1-Score, and Confusion Matrix.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Established a strong baseline for model comparison.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Decision Tree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Decision Tree model using scikit-learn.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accuracy and performance with Logistic Regression.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Visualized the most important features influencing fake job detection.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Gained interpretability through decision boundaries.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Random Forest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Implemented Random Forest classifier for ensemble learning.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results with Decision Tree and Logistic Regression.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accuracy through multiple tree aggregation.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Identified top contributing features using feature importance plot.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Evaluation and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Compared models based on Accuracy, Precision, Recall, and F1-Score.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provided stable results.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showed best overall performance.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Evaluated all models using ROC-AUC curve for performance visualization</a:t>
            </a:r>
            <a:r>
              <a:rPr dirty="0"/>
              <a:t>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dirty="0"/>
              <a:t>Model Evaluation and Tuning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Performed 5-Fold Cross Validation to ensure model robustness.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Used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GridSearchCV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hyperparameter tuning.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Selected best parameters to enhance model accuracy.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Ensured model generalization and reduced overfitting.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Model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/>
              <a:t>• 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optimized models using Pickle and 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Joblib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Built a user-friendly interface for real-time fake job detection.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Enabled end-to-end model testing through web interface.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Logistic Regression achieved balanced performance.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Random Forest achieved highest accuracy and stability.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Tuned models improved performance consistency.</a:t>
            </a:r>
          </a:p>
          <a:p>
            <a:pPr marL="0" indent="0">
              <a:buNone/>
            </a:pP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>
              <a:buNone/>
            </a:pPr>
            <a:r>
              <a:rPr lang="en-GB" dirty="0">
                <a:latin typeface="Times New Roman" panose="02020603050405020304" pitchFamily="18" charset="0"/>
                <a:cs typeface="Times New Roman" panose="02020603050405020304" pitchFamily="18" charset="0"/>
              </a:rPr>
              <a:t>C</a:t>
            </a:r>
            <a:r>
              <a:rPr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ompleted</a:t>
            </a: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transition from data preparation to model deployment.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Developed multiple ML models and compared results.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Performed model tuning and evaluation.</a:t>
            </a:r>
          </a:p>
          <a:p>
            <a:pPr marL="0" indent="0">
              <a:buNone/>
            </a:pPr>
            <a:r>
              <a:rPr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Deployed final model for real-time predictions.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F3D1D-A715-423B-8E5B-3EB771295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4310" y="2728735"/>
            <a:ext cx="7055380" cy="1400530"/>
          </a:xfrm>
        </p:spPr>
        <p:txBody>
          <a:bodyPr/>
          <a:lstStyle/>
          <a:p>
            <a:pPr algn="ctr"/>
            <a:r>
              <a:rPr lang="en-GB" sz="8000" dirty="0"/>
              <a:t>Thank You </a:t>
            </a:r>
            <a:r>
              <a:rPr lang="en-GB" sz="8000" dirty="0">
                <a:sym typeface="Wingdings" panose="05000000000000000000" pitchFamily="2" charset="2"/>
              </a:rPr>
              <a:t></a:t>
            </a:r>
            <a:endParaRPr lang="en-IN" sz="8000" dirty="0"/>
          </a:p>
        </p:txBody>
      </p:sp>
    </p:spTree>
    <p:extLst>
      <p:ext uri="{BB962C8B-B14F-4D97-AF65-F5344CB8AC3E}">
        <p14:creationId xmlns:p14="http://schemas.microsoft.com/office/powerpoint/2010/main" val="95840051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35</TotalTime>
  <Words>438</Words>
  <Application>Microsoft Office PowerPoint</Application>
  <PresentationFormat>On-screen Show (4:3)</PresentationFormat>
  <Paragraphs>55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 Nova Cond Light</vt:lpstr>
      <vt:lpstr>Century Gothic</vt:lpstr>
      <vt:lpstr>Times New Roman</vt:lpstr>
      <vt:lpstr>Wingdings</vt:lpstr>
      <vt:lpstr>Wingdings 3</vt:lpstr>
      <vt:lpstr>Ion</vt:lpstr>
      <vt:lpstr>Infosys Springboard Internship 6.0</vt:lpstr>
      <vt:lpstr>Goal and Context</vt:lpstr>
      <vt:lpstr>Core Technology</vt:lpstr>
      <vt:lpstr>Logistic Regression</vt:lpstr>
      <vt:lpstr> Decision Tree Model</vt:lpstr>
      <vt:lpstr> Random Forest Model</vt:lpstr>
      <vt:lpstr>Model Evaluation and Comparison</vt:lpstr>
      <vt:lpstr>Model Evaluation and Tuning</vt:lpstr>
      <vt:lpstr> Model Deployment</vt:lpstr>
      <vt:lpstr> Results</vt:lpstr>
      <vt:lpstr>Conclusion</vt:lpstr>
      <vt:lpstr>Thank You 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Jayesh .</cp:lastModifiedBy>
  <cp:revision>9</cp:revision>
  <dcterms:created xsi:type="dcterms:W3CDTF">2013-01-27T09:14:16Z</dcterms:created>
  <dcterms:modified xsi:type="dcterms:W3CDTF">2025-11-26T13:25:09Z</dcterms:modified>
  <cp:category/>
</cp:coreProperties>
</file>